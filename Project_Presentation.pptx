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8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STORYSPILL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Bookshelf Library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Project  ·  HTML · CSS · Bootstrap · JS · PHP · MySQL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20116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/ Portfolio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 </a:t>
            </a: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AGENDA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40080" y="16459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18470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26517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28529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38587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73736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User &amp; Admin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8646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3736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16459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37960" y="18470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066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09360" y="26517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37960" y="28529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066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Highlights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36576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37960" y="38587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0664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Testing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09360" y="466344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37960" y="48646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40664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Path &amp; 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 </a:t>
            </a: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StorySpill?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40080" y="164592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16161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645920"/>
            <a:ext cx="109728" cy="1188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1874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lists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240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digital libraries show books as plain grids — no spatial joy.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16161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17520"/>
            <a:ext cx="109728" cy="1188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246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demos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611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 bookshelf UIs are often front-end only, with no real users or uploads.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16161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389120"/>
            <a:ext cx="109728" cy="1188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617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admin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4983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student projects separate user vs admin control with real CRUD.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 </a:t>
            </a: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StorySpill in one line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multi-user digital bookshelf where every uploaded book becomes a neon spine — filterable, searchable, and fully manageable.</a:t>
            </a:r>
            <a:endParaRPr lang="en-US" sz="1600" dirty="0"/>
          </a:p>
        </p:txBody>
      </p:sp>
      <p:pic>
        <p:nvPicPr>
          <p:cNvPr id="16" name="Image 0" descr="/home/workdir/artifacts/docs_assets/bookshelf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86000"/>
            <a:ext cx="94183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 </a:t>
            </a: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FEATURES · 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868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readers &amp; uploaders get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155448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08760" y="1828800"/>
            <a:ext cx="640080" cy="6400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Signup, login, logout, change password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55448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828800"/>
            <a:ext cx="640080" cy="64008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Book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image + intro video + PDF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55448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69480" y="1828800"/>
            <a:ext cx="640080" cy="6400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Shelf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spines with abstract patterns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0" y="155448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149840" y="1828800"/>
            <a:ext cx="640080" cy="64008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9" name="Text 27"/>
          <p:cNvSpPr/>
          <p:nvPr/>
        </p:nvSpPr>
        <p:spPr>
          <a:xfrm>
            <a:off x="928116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Filter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8116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Non-matching books fall off the shelf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37490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508760" y="4023360"/>
            <a:ext cx="640080" cy="6400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800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Me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5120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pick from visible books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383280" y="37490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89120" y="4023360"/>
            <a:ext cx="640080" cy="64008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37" name="Text 35"/>
          <p:cNvSpPr/>
          <p:nvPr/>
        </p:nvSpPr>
        <p:spPr>
          <a:xfrm>
            <a:off x="3520440" y="4800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Hover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520440" y="5120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hover plays intro with sound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37490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69480" y="4023360"/>
            <a:ext cx="640080" cy="6400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4800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0" y="5120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 It — save for later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44000" y="37490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149840" y="4023360"/>
            <a:ext cx="640080" cy="64008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45" name="Text 43"/>
          <p:cNvSpPr/>
          <p:nvPr/>
        </p:nvSpPr>
        <p:spPr>
          <a:xfrm>
            <a:off x="9281160" y="4800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281160" y="5120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own books &amp; password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 </a:t>
            </a: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FEATURES · ADMIN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platform control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1508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508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users, online now, total books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554480" y="2103120"/>
            <a:ext cx="960120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286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user → books + wishlist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554480" y="2880360"/>
            <a:ext cx="960120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Delete books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3063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book on the platform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554480" y="3657600"/>
            <a:ext cx="960120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40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448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users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37760" y="3840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Cascades books &amp; wishlist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554480" y="4434840"/>
            <a:ext cx="960120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6177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54480" y="4617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code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37760" y="4617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signup: Mahi052005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554480" y="5212080"/>
            <a:ext cx="9601200" cy="91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394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54480" y="5394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isolation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937760" y="5394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admins table &amp; sessions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 </a:t>
            </a: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stack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1520" y="182880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1828800"/>
            <a:ext cx="347472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Bootstrap 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· Font Awesome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80560" y="182880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1828800"/>
            <a:ext cx="3474720" cy="10972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9160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· PDO · Sessions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· Auth guards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0" y="182880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161616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1828800"/>
            <a:ext cx="3474720" cy="109728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58200" y="301752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(utf8mb4)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uploads/ covers · videos · pdfs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 </a:t>
            </a: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DATABASE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at a glance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554480" y="2016345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161616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192024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F1F1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password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64592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161616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192024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F1F1F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44087" y="2702145"/>
            <a:ext cx="2286000" cy="188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username, password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164592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16161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92024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F1F1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265176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description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0" y="164592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161616"/>
          </a:solidFill>
          <a:ln/>
        </p:spPr>
      </p:sp>
      <p:sp>
        <p:nvSpPr>
          <p:cNvPr id="28" name="Shape 26"/>
          <p:cNvSpPr/>
          <p:nvPr/>
        </p:nvSpPr>
        <p:spPr>
          <a:xfrm>
            <a:off x="9326880" y="192024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F1F1F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72600" y="2926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title, genre, media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393192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161616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192024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F1F1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4360" y="5257800"/>
            <a:ext cx="2590953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</a:t>
            </a:r>
            <a:r>
              <a:rPr lang="en-US" sz="1300" dirty="0" err="1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</a:t>
            </a: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unique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931920"/>
            <a:ext cx="2834640" cy="2359152"/>
          </a:xfrm>
          <a:prstGeom prst="roundRect">
            <a:avLst>
              <a:gd name="adj" fmla="val 4348"/>
            </a:avLst>
          </a:prstGeom>
          <a:solidFill>
            <a:srgbClr val="161616"/>
          </a:solidFill>
          <a:ln/>
        </p:spPr>
      </p:sp>
      <p:sp>
        <p:nvSpPr>
          <p:cNvPr id="36" name="Shape 34"/>
          <p:cNvSpPr/>
          <p:nvPr/>
        </p:nvSpPr>
        <p:spPr>
          <a:xfrm>
            <a:off x="3474720" y="192024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F1F1F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20440" y="4585995"/>
            <a:ext cx="2788920" cy="2642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1-5, review_text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0" y="393192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161616"/>
          </a:solidFill>
          <a:ln/>
        </p:spPr>
      </p:sp>
      <p:sp>
        <p:nvSpPr>
          <p:cNvPr id="40" name="Shape 38"/>
          <p:cNvSpPr/>
          <p:nvPr/>
        </p:nvSpPr>
        <p:spPr>
          <a:xfrm>
            <a:off x="6400800" y="192024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F1F1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46520" y="3840480"/>
            <a:ext cx="2715763" cy="398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status enum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5957594"/>
            <a:ext cx="10972800" cy="67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tables: users · admins · genres · books · wishlist · reviews · reports</a:t>
            </a:r>
            <a:endParaRPr lang="en-US" sz="13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E6B94F-E896-6456-6126-09F9397F5B1F}"/>
              </a:ext>
            </a:extLst>
          </p:cNvPr>
          <p:cNvSpPr/>
          <p:nvPr/>
        </p:nvSpPr>
        <p:spPr>
          <a:xfrm>
            <a:off x="594360" y="4119465"/>
            <a:ext cx="2286000" cy="6079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genres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B2E6AA5-345A-4F90-41BF-65ACF4AD42F5}"/>
              </a:ext>
            </a:extLst>
          </p:cNvPr>
          <p:cNvSpPr/>
          <p:nvPr/>
        </p:nvSpPr>
        <p:spPr>
          <a:xfrm>
            <a:off x="3642284" y="4148324"/>
            <a:ext cx="2286000" cy="6079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Reviews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4C9B9A-D6DB-9494-4BA6-7187267D69DA}"/>
              </a:ext>
            </a:extLst>
          </p:cNvPr>
          <p:cNvSpPr/>
          <p:nvPr/>
        </p:nvSpPr>
        <p:spPr>
          <a:xfrm>
            <a:off x="6596743" y="4148324"/>
            <a:ext cx="2013704" cy="5291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reports</a:t>
            </a:r>
            <a:endParaRPr lang="en-IN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 </a:t>
            </a: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UI HIGHLIGHTS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feel like a real shelf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" y="155448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161616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1783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2D55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spines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2057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bright colors + abstract gradient patterns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269748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16161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2926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1737360" y="2880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animation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3200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books rotate &amp; drop off on genre select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161616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4069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1737360" y="4023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hover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37360" y="4343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cover plays intro video with audio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498348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161616"/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" y="52120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4DFF"/>
          </a:solidFill>
          <a:ln/>
        </p:spPr>
      </p:sp>
      <p:sp>
        <p:nvSpPr>
          <p:cNvPr id="29" name="Text 27"/>
          <p:cNvSpPr/>
          <p:nvPr/>
        </p:nvSpPr>
        <p:spPr>
          <a:xfrm>
            <a:off x="1737360" y="5166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Me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37360" y="5486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“spins” then opens a random book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 </a:t>
            </a: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SECURITY &amp; TESTING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safety in mind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16161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password_hash / password_verify (bcrypt)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880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PDO prepared statements everywhere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383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Separate admins table from users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886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Company code for admin signup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389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Session-based role checks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161616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flows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Signup → login → profile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2880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Upload book → appears on shelf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3383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Genre filter fall animation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3886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Hover video with sound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4389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Admin delete user cascade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 </a:t>
            </a: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DEMO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256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6928"/>
            <a:ext cx="1115568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walkthrough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" y="16459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459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shelf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http://localhost/storyspill03/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16459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406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genre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books fall off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0" y="16459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1965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2354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Diya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diya@gmail.com / diya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38404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160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64592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book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4592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+ video + PDF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34840" y="38404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4160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44068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068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mahima / mahi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0" y="38404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161616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160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23544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user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3544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delete books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8503" y="2286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8503" y="6629400"/>
            <a:ext cx="1645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3095" y="228600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63095" y="6464808"/>
            <a:ext cx="0" cy="164592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03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StorySpill — Interactive Digital Bookshelf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389120"/>
            <a:ext cx="164592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admin: mahima / mahi   ·   Company code: Mahi052005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615</Words>
  <Application>Microsoft Office PowerPoint</Application>
  <PresentationFormat>Widescreen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StorySpill — Project Presentation</dc:title>
  <dc:subject>PptxGenJS Presentation</dc:subject>
  <dc:creator>StorySpill</dc:creator>
  <cp:lastModifiedBy>mahima jaiswal</cp:lastModifiedBy>
  <cp:revision>2</cp:revision>
  <dcterms:created xsi:type="dcterms:W3CDTF">2026-10-25T18:47:12Z</dcterms:created>
  <dcterms:modified xsi:type="dcterms:W3CDTF">2026-10-25T19:58:42Z</dcterms:modified>
</cp:coreProperties>
</file>